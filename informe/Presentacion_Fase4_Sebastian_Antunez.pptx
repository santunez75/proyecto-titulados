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076137175" r:id="rId2"/>
    <p:sldId id="2076137361" r:id="rId3"/>
    <p:sldId id="2076137362" r:id="rId4"/>
    <p:sldId id="2076137363" r:id="rId5"/>
    <p:sldId id="2076137364" r:id="rId6"/>
    <p:sldId id="2076137365" r:id="rId7"/>
    <p:sldId id="2076137366" r:id="rId8"/>
    <p:sldId id="2076137367" r:id="rId9"/>
    <p:sldId id="2076137368" r:id="rId10"/>
    <p:sldId id="207613735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0"/>
    <p:restoredTop sz="68402" autoAdjust="0"/>
  </p:normalViewPr>
  <p:slideViewPr>
    <p:cSldViewPr snapToGrid="0">
      <p:cViewPr varScale="1">
        <p:scale>
          <a:sx n="75" d="100"/>
          <a:sy n="75" d="100"/>
        </p:scale>
        <p:origin x="21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01-10-2026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01-10-2026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endParaRPr sz="15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CUATRO DE CADA CINCO EGRESAN FUERA DE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fig1_magnit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0860" y="3154680"/>
            <a:ext cx="4770280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DERECHO TRIPLICA A EDUCACIÓN</a:t>
            </a:r>
          </a:p>
        </p:txBody>
      </p:sp>
      <p:pic>
        <p:nvPicPr>
          <p:cNvPr id="15" name="Picture 14" descr="f4_fig2_fac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968" y="1645920"/>
            <a:ext cx="4894063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Casi cuatro semestres separan los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extremos del ranking de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TITULACIONES, NO LAS EMPEORÓ</a:t>
            </a:r>
          </a:p>
        </p:txBody>
      </p:sp>
      <p:pic>
        <p:nvPicPr>
          <p:cNvPr id="15" name="Picture 14" descr="f4_fig3_evolu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9283" y="1600200"/>
            <a:ext cx="579343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NINGUNA COHORTE ESTÁ COMPLETA</a:t>
            </a:r>
          </a:p>
        </p:txBody>
      </p:sp>
      <p:pic>
        <p:nvPicPr>
          <p:cNvPr id="15" name="Picture 14" descr="f4_fig4_truncami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347" y="1600200"/>
            <a:ext cx="5389305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300" b="0">
              <a:solidFill>
                <a:srgbClr val="3B3B3B"/>
              </a:solidFill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45 commits con historial verificable y cada cifra rastreable a su archivo.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2257</TotalTime>
  <Words>808</Words>
  <Application>Microsoft Office PowerPoint</Application>
  <PresentationFormat>Widescreen</PresentationFormat>
  <Paragraphs>125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Consolas</vt:lpstr>
      <vt:lpstr>Montserrat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ANTUNEZ NOGUERA SEBASTIAN H</cp:lastModifiedBy>
  <cp:revision>31</cp:revision>
  <dcterms:created xsi:type="dcterms:W3CDTF">2023-10-13T18:05:47Z</dcterms:created>
  <dcterms:modified xsi:type="dcterms:W3CDTF">2026-10-01T08:28:52Z</dcterms:modified>
  <cp:category/>
</cp:coreProperties>
</file>